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00D4FF"/>
                </a:solidFill>
                <a:latin typeface="Calibri"/>
              </a:rPr>
              <a:t>🏥 MediChain Enterprise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E0"/>
                </a:solidFill>
                <a:latin typeface="Calibri"/>
              </a:rPr>
              <a:t>Blockchain-Based Electronic Health Record System
with AI-Assisted Clinical Decision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8A"/>
                </a:solidFill>
                <a:latin typeface="Calibri"/>
              </a:rPr>
              <a:t>Solidity • Node.js • Python Flask • React 18 • MongoDB • IPFS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VTU Final Year Major Project | IEEE Publication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8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Calibri"/>
              </a:rPr>
              <a:t>4-Tier Microservices Architecture with Blockchain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18288"/>
          </a:xfrm>
          <a:prstGeom prst="rect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10058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🖥️ TIER 1: Presentation Layer (React 18 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28 Pages, Dashboards for Patient, Doctor, Hospital, Admin.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1005840"/>
          </a:xfrm>
          <a:prstGeom prst="rect">
            <a:avLst/>
          </a:prstGeom>
          <a:solidFill>
            <a:srgbClr val="162A40"/>
          </a:solidFill>
          <a:ln w="12700">
            <a:solidFill>
              <a:srgbClr val="00B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8A"/>
                </a:solidFill>
                <a:latin typeface="Calibri"/>
              </a:rPr>
              <a:t>⚙️ TIER 2: API Gateway (Node.js Express)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JWT Auth, RBAC, MongoDB Atlas, Rate Limiting, Audit Logging.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0972800" cy="1005840"/>
          </a:xfrm>
          <a:prstGeom prst="rect">
            <a:avLst/>
          </a:prstGeom>
          <a:solidFill>
            <a:srgbClr val="162A4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⛓ TIER 3: Blockchain Layer (Ethereum + IPFS)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MediChain.sol Smart Contract. Patient Access Control. AES-256-GCM Encrypted IPFS Pinata Storage.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0972800" cy="100584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🤖 TIER 4: AI Microservice (Python Flask)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CDSS, Disease Prediction (6 Models), Drug Interactions, Dosage Safety ML, OCR Prescription.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Blockchain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Calibri"/>
              </a:rPr>
              <a:t>Ethereum Smart Contract + IPFS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182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162A4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⛓ Smart Contract (MediChain.sol v2.0)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• Patient Registration (On-chain)
• Granular Access Control (Grant/Revoke)
• Time-Limited Doctor Grants
• Emergency Access via Contact
• Prescription SHA-256 Anchoring
• Tamper-proof Record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486400" cy="45720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📦 IPFS Storage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  <a:latin typeface="Calibri"/>
              </a:rPr>
              <a:t>1. File Upload (PDF/JPEG/PNG)
2. Binary Magic Byte Validation
3. AES-256-GCM Client-Side Encryption
4. Pinata IPFS Upload (Exponential Backoff)
5. CID Returned
6. CID &amp; Metadata Anchored to Blockchain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700"/>
                </a:solidFill>
                <a:latin typeface="Calibri"/>
              </a:rPr>
              <a:t>AI / CDSS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Calibri"/>
              </a:rPr>
              <a:t>14 CDSS Modules &amp; Predictive Engines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🫀 Disease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6 ML Models (Heart, Diabetes, Stroke, Kidney, Liver, BP)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💊 Drug Interactions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O(n²) Pairwise analysis with Severity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🧠 SHAP Explainer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Feature Importance &amp; Explainability for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01752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💉 Dosage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57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ML based batch safety scoring with Renal adjustment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🏥 Hospital 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Neo4j Knowledge Graph &amp; Geospatial Recommendations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663440"/>
            <a:ext cx="5486400" cy="1371600"/>
          </a:xfrm>
          <a:prstGeom prst="rect">
            <a:avLst/>
          </a:prstGeom>
          <a:solidFill>
            <a:srgbClr val="162A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  <a:latin typeface="Calibri"/>
              </a:rPr>
              <a:t>👤 Digital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0"/>
                </a:solidFill>
                <a:latin typeface="Calibri"/>
              </a:rPr>
              <a:t>Patient health trajectory simulation &amp; scenario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CC71"/>
                </a:solidFill>
                <a:latin typeface="Calibri"/>
              </a:rPr>
              <a:t>Conclusion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  <a:latin typeface="Calibri"/>
              </a:rPr>
              <a:t>A Production-Ready Healthcare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Calibri"/>
              </a:rPr>
              <a:t>✅ 108/108 Tests Passing (100% Coverage)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Calibri"/>
              </a:rPr>
              <a:t>✅ ~1,000+ Req/sec Throughput in Load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Calibri"/>
              </a:rPr>
              <a:t>✅ OWASP Compliant Security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Calibri"/>
              </a:rPr>
              <a:t>✅ Zero PII stored centrally. 100% Patient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  <a:latin typeface="Calibri"/>
              </a:rPr>
              <a:t>MediChain successfully integrates Blockchain and AI into a cohesive, secure EHR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