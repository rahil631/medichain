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4FF"/>
                </a:solidFill>
              </a:rPr>
              <a:t>MediChain Enterprise v3.0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CD6E0"/>
                </a:solidFill>
              </a:rPr>
              <a:t>Blockchain-Based EHR with AI-Assisted Clinical Decision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4FF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CD6E0"/>
                </a:solidFill>
              </a:rPr>
              <a:t>Data Fragmentation, Privacy Breaches, No Predictive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4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CD6E0"/>
                </a:solidFill>
              </a:rPr>
              <a:t>4-Tier: React SPA, Express API, Smart Contract (Ethereum), Python Flask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4FF"/>
                </a:solidFill>
              </a:rPr>
              <a:t>Blockchain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CD6E0"/>
                </a:solidFill>
              </a:rPr>
              <a:t>MediChain.sol, IPFS storage (Pinata), AES-256-GCM encryption, Tamper Proofing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4FF"/>
                </a:solidFill>
              </a:rPr>
              <a:t>Backend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CD6E0"/>
                </a:solidFill>
              </a:rPr>
              <a:t>Node.js, Express, MongoDB Atlas, JWT Auth, Role-Based Access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4FF"/>
                </a:solidFill>
              </a:rPr>
              <a:t>AI / CDSS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CD6E0"/>
                </a:solidFill>
              </a:rPr>
              <a:t>6 Disease Models, Drug Interaction Engine, Dosage Safety ML, Predictive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4FF"/>
                </a:solidFill>
              </a:rPr>
              <a:t>Frontend SPA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CD6E0"/>
                </a:solidFill>
              </a:rPr>
              <a:t>React 18, TailwindCSS, 28 Dashboards, QR Health ID, Health Timeline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4FF"/>
                </a:solidFill>
              </a:rPr>
              <a:t>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CD6E0"/>
                </a:solidFill>
              </a:rPr>
              <a:t>OWASP-Compliant, Patient-controlled access, Time-limited doctor grants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4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CD6E0"/>
                </a:solidFill>
              </a:rPr>
              <a:t>100% Tests Passing, Production Ready, Multi-Layer Healthcare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